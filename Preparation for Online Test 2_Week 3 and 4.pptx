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BBB-F907-4623-65DB-FC3156B63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D4CD2-2F0E-4232-0771-6C58ADBC1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6003-E5BD-FEBA-3F09-15903EFE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DAAF6-9D4F-1019-FF4B-B11315968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F9AF1-5889-CBF6-6AEB-C2F585F1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9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6708-107A-3241-B99D-8453599E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C831-91F0-F852-B92D-B0155B8E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2821-BCBD-7EB2-5FAF-1D014835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6B55-8DC4-5AD8-1F16-0ACBA2C7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4A9B3-319C-81C4-EDD1-5C3BE78C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2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5BA4-8647-3C50-0A76-64A2D1B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3448-A690-95C9-4301-907A89AAF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A6B9-DB6A-1DF4-FE6F-B38E9B54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BC75-D78C-2078-BC5D-87351D67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B818-72F9-0944-CC38-7B1677A7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86F-8892-6282-0A39-3552C062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6649-0016-2463-CE84-64AFCC2F9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178F-F9C8-C924-0056-9F17D9380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2367C-521A-CFC2-1EF3-83C6626C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15FF2-5DA4-8F78-DCC2-BE0529BA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AC27B-DE8E-C3F7-12BD-F20C1E1A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5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2FB0-4653-6798-EFCD-B3622FCF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D336-0D48-E2AE-D21D-EFE04B35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C510B-6C93-4C15-3CEA-C9D4EFCF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28684-2163-FF93-29BB-C5E87E139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E4CD54-0510-D2EC-A91E-FBC423E00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D320A-421D-3383-C89B-AE3DCB65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27931-5194-2885-6D31-45A16676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73AFD-94DE-778F-5291-5E44BB84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F888-1BCB-F571-E88C-C5940AA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775AE-FAA8-2755-5806-41BE9146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37DC-D40E-478F-475A-AF628E2C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66E8A-44A4-8153-16F0-A8E88130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E00FE-7152-CF7D-4CE2-188AC4E5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7CD6-01AC-7FAE-05EC-DC1017CE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9B317-8FE8-27EF-7EC5-A5F47263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4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ADE7-643A-CECE-ACBA-8FF06462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C176C-E86C-6665-5804-0ECFA2EA8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9C4DA-44AD-97B9-139F-3C79DF54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20240-A8CA-CF1A-CA8C-B93863D1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6AE23-E171-4BFA-FEC1-25E29AF4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F3AE-5D0B-C75D-16DE-ABA3075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3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A6B1-9F43-1496-8502-A0CC9463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132AA-6881-A90B-0BCD-D8865877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29632-03A6-E0ED-8217-0821DA1CF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001C9-0B28-BD43-8AE9-4C8A3F0B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1E51E-2E4C-47F7-C0F0-6A1D66B2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B6E2-B87C-1D9E-1F44-FBCE5295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8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43B9-BD2B-88C5-BD7A-7E444ADD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6E4E-1665-81BD-53B1-538C0052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0F943-8C2F-4A39-B4FE-FBA133D1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A545-B06D-F09E-FEB0-F97FAA0D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02BCC-540F-8FC7-2C00-322C12C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1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E605B-39B1-73CA-DBFB-3D22E6846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68D13-B39C-4599-0A9B-2F481DA34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1CD6-DE91-F27B-88F4-C4C69056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FB462-01D3-9C97-104A-B2432398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24D5-CDEA-BC38-C69A-770BC339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4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D1D20-0084-0FE3-26F8-5A2AEC25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D3070-A470-C925-5DC3-98EA4CF12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1C6-0776-8AFF-C944-C209AEB2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FC939-4E48-422B-85CF-AE5DFF0E5B8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606E3-E03F-0807-C17A-A25BC3620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AAFE-E4E3-B273-DB9F-B221B072D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507A6-8785-483D-BAF4-84DBECC94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14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8C80A-61B1-E3FD-99E2-625B7EEC66F6}"/>
              </a:ext>
            </a:extLst>
          </p:cNvPr>
          <p:cNvSpPr txBox="1"/>
          <p:nvPr/>
        </p:nvSpPr>
        <p:spPr>
          <a:xfrm>
            <a:off x="0" y="619432"/>
            <a:ext cx="5954987" cy="2199968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HI6034: Enterprise Information Systems</a:t>
            </a:r>
            <a:b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</a:br>
            <a:r>
              <a:rPr lang="en-US" sz="3800" b="1" dirty="0">
                <a:solidFill>
                  <a:srgbClr val="595959"/>
                </a:solidFill>
                <a:latin typeface="Calibir"/>
                <a:ea typeface="+mj-ea"/>
                <a:cs typeface="+mj-cs"/>
              </a:rPr>
              <a:t>Preparation for Online Test 2 (Week 3 and 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0392A-D22F-C20C-A44D-F9E3D906B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5954987" y="73691"/>
            <a:ext cx="4607570" cy="6852948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A71B59-8A46-5F90-66ED-C66E07C8DB19}"/>
              </a:ext>
            </a:extLst>
          </p:cNvPr>
          <p:cNvPicPr/>
          <p:nvPr/>
        </p:nvPicPr>
        <p:blipFill>
          <a:blip r:embed="rId3" cstate="print"/>
          <a:srcRect l="24413" r="9390"/>
          <a:stretch>
            <a:fillRect/>
          </a:stretch>
        </p:blipFill>
        <p:spPr>
          <a:xfrm>
            <a:off x="10710041" y="73691"/>
            <a:ext cx="1481959" cy="194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6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0F853-6397-54CC-F88E-804B971C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B3D4BE-5B43-A895-CAB8-571F098173C7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C40F7-DF22-B155-6634-D8FE978932EF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sales order can be created without first making a quotation.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E5E67-2EF9-1C0A-FE62-186CF83CDAEF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 quotation is optional. You can create a sales order directly.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E0CD5E-9385-2B1A-38EA-6268829E12E3}"/>
              </a:ext>
            </a:extLst>
          </p:cNvPr>
          <p:cNvSpPr/>
          <p:nvPr/>
        </p:nvSpPr>
        <p:spPr>
          <a:xfrm>
            <a:off x="0" y="163924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1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3793-0D76-458F-B1F6-866ACD65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8B4F58-CE40-D8EB-64CA-52FE83395EC9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A894-8BDC-8619-1FB9-F81A16D2638C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Sales processes in SAP S/4HANA usually do not involve the finance (accounting) team.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271FC-1799-7E4E-874A-FEAFC6AC5E0B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Finance is involved because sales affect billing and payments.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7D16A3-7169-036E-FB3A-111268DBFDC2}"/>
              </a:ext>
            </a:extLst>
          </p:cNvPr>
          <p:cNvSpPr/>
          <p:nvPr/>
        </p:nvSpPr>
        <p:spPr>
          <a:xfrm>
            <a:off x="-1" y="2846818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6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529F-9703-8F4B-6E0C-0AC49CEF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D35B11-3570-EBA8-BF16-2B59EC92EE6B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221B9-F967-72E7-A6DD-9E31FDB2BCDB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“Post Incoming Payments” app is used to record money received from customers.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5121C-308A-22A5-4784-6AB88B340CAC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This app is used when customers pay their invoices.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FDB99-C937-472F-54A7-7E9D75841AE4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BB0B-1267-EAB9-7C71-762DAD19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E00628-EE92-16D7-31CC-32D6F9C146CF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2F94B-3924-A50C-4DF2-8D91B180A79C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“Create Outbound Deliveries” app is used to start the delivery of goods to customers.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BEE07-5B04-1B02-349C-E50F0A1574A2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begins the shipping process for customer orders.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F284E4-1B8D-E3EB-20E3-7F04A8461FCB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19D0-61EE-1DA0-0363-95CAD972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354480-1F4D-C4C1-5BCF-A5173A9AA27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4E1F3-A530-295E-7C51-B7DF6E12112F}"/>
              </a:ext>
            </a:extLst>
          </p:cNvPr>
          <p:cNvSpPr txBox="1"/>
          <p:nvPr/>
        </p:nvSpPr>
        <p:spPr>
          <a:xfrm>
            <a:off x="0" y="929149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customer inquiry is a confirmed order that must be fulfilled.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529B4-1876-4AA0-78F1-150E09A5BA09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An inquiry is just a question from the customer, not a confirmed order.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370E54-A781-A42E-822B-F17E4215DAFE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8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BAD-F23C-AD2A-8AC3-FBBD9C43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C21B7B-6A3D-62A3-4492-95E83EB15D3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2C6BC-05A0-C8AC-E66D-618BF975C5A8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term means goods have been sent to the customer and stock is reduced?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Delivery Note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Goods Issue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Purchase Order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Inventory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CF4D9-2B95-4C8C-25F0-6B5A625CCCFE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Goods Issue updates the system when items leave the warehouse.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6C1B54-C1BA-08F4-CA7E-E29B1F723D8E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7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8D0A-EE1C-D6E0-BC49-AE62B741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AE5C8-0B05-922B-C18E-1BC32341AC7D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8A07D-55BB-6B0C-269E-177669FD7CE4}"/>
              </a:ext>
            </a:extLst>
          </p:cNvPr>
          <p:cNvSpPr txBox="1"/>
          <p:nvPr/>
        </p:nvSpPr>
        <p:spPr>
          <a:xfrm>
            <a:off x="0" y="929149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SAP S/4HANA supports the full order-to-cash process from order creation to payment.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True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73154-C0FB-EAE9-F242-CA10AD048FDB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The system handles the whole process from sales to receiving money.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95DEC2-0EF2-4A27-D48A-7DAF8E8DD79F}"/>
              </a:ext>
            </a:extLst>
          </p:cNvPr>
          <p:cNvSpPr/>
          <p:nvPr/>
        </p:nvSpPr>
        <p:spPr>
          <a:xfrm>
            <a:off x="0" y="2271113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5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1D50-7BD7-029C-FB51-FFDC55A5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CD95E3-F946-93A8-A126-E8E8A740CC63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739EC-389D-2294-DE60-57EA439C38E5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of the following is NOT part of the order-to-cash process?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Creating a sales order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Delivering goods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Receiving payment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Producing the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B4CFB-F5D3-1BFF-00AA-0E9D96CA37EF}"/>
              </a:ext>
            </a:extLst>
          </p:cNvPr>
          <p:cNvSpPr txBox="1"/>
          <p:nvPr/>
        </p:nvSpPr>
        <p:spPr>
          <a:xfrm>
            <a:off x="-1" y="4586471"/>
            <a:ext cx="12191999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Manufacturing belongs to a different process (production), not order-to-cash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B5C90-867A-2DD3-34EF-8A8B9973D010}"/>
              </a:ext>
            </a:extLst>
          </p:cNvPr>
          <p:cNvSpPr/>
          <p:nvPr/>
        </p:nvSpPr>
        <p:spPr>
          <a:xfrm>
            <a:off x="0" y="3605927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2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D580-5BA9-FE56-658E-88D9DF24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B0953-BB68-4F6E-2BE4-96B6394D1BEA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1A73C-52EA-2D3E-FEF4-05EB9B79C517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field is important when entering sales data for a customer?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Customer’s age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Sales Organization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Supplier location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Warehouse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7AB1A-6A64-FAE5-5F36-97D25EB2E395}"/>
              </a:ext>
            </a:extLst>
          </p:cNvPr>
          <p:cNvSpPr txBox="1"/>
          <p:nvPr/>
        </p:nvSpPr>
        <p:spPr>
          <a:xfrm>
            <a:off x="-1" y="4586471"/>
            <a:ext cx="12191999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It shows which part of the company is responsible for sales.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971FBF-0B08-907B-62FF-B0C42CF38583}"/>
              </a:ext>
            </a:extLst>
          </p:cNvPr>
          <p:cNvSpPr/>
          <p:nvPr/>
        </p:nvSpPr>
        <p:spPr>
          <a:xfrm>
            <a:off x="0" y="2211149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6007-7D82-D86B-C01A-EEC5C0F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B59B1-C905-4018-105F-DADE261A8B66}"/>
              </a:ext>
            </a:extLst>
          </p:cNvPr>
          <p:cNvSpPr txBox="1"/>
          <p:nvPr/>
        </p:nvSpPr>
        <p:spPr>
          <a:xfrm>
            <a:off x="0" y="0"/>
            <a:ext cx="5954987" cy="648929"/>
          </a:xfrm>
          <a:prstGeom prst="rect">
            <a:avLst/>
          </a:prstGeom>
        </p:spPr>
        <p:txBody>
          <a:bodyPr vert="horz" lIns="51434" tIns="25718" rIns="51434" bIns="25718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38"/>
              </a:spcAft>
            </a:pPr>
            <a:r>
              <a:rPr lang="en-US" sz="3800" b="1" dirty="0">
                <a:latin typeface="Calibir"/>
                <a:ea typeface="+mj-ea"/>
                <a:cs typeface="+mj-cs"/>
              </a:rPr>
              <a:t>Question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259AE-BE21-2CCD-03CE-34B721F0A4E7}"/>
              </a:ext>
            </a:extLst>
          </p:cNvPr>
          <p:cNvSpPr txBox="1"/>
          <p:nvPr/>
        </p:nvSpPr>
        <p:spPr>
          <a:xfrm>
            <a:off x="0" y="9291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app is used to create or manage a customer in SAP S/4HANA?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Delivery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Post Incoming Payments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Maintain Business Partner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Display Stock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9F6C4-25EB-5632-4A97-C1997E2F7CB6}"/>
              </a:ext>
            </a:extLst>
          </p:cNvPr>
          <p:cNvSpPr txBox="1"/>
          <p:nvPr/>
        </p:nvSpPr>
        <p:spPr>
          <a:xfrm>
            <a:off x="-1" y="4586471"/>
            <a:ext cx="12191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Explanation:</a:t>
            </a:r>
            <a:r>
              <a:rPr lang="en-US" sz="2800" dirty="0">
                <a:latin typeface="Calibir"/>
              </a:rPr>
              <a:t> Customers are created and managed as business partners in SAP.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5FD61C-8F03-7B4D-78A8-3C21A75807E4}"/>
              </a:ext>
            </a:extLst>
          </p:cNvPr>
          <p:cNvSpPr/>
          <p:nvPr/>
        </p:nvSpPr>
        <p:spPr>
          <a:xfrm>
            <a:off x="-1" y="2936362"/>
            <a:ext cx="8273845" cy="6931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4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366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22</cp:revision>
  <dcterms:created xsi:type="dcterms:W3CDTF">2026-04-08T22:40:06Z</dcterms:created>
  <dcterms:modified xsi:type="dcterms:W3CDTF">2026-04-08T23:13:53Z</dcterms:modified>
</cp:coreProperties>
</file>